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37d0660f1f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37d0660f1f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g37d0660f1f8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" name="Google Shape;62;g37d0660f1f8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7d0660f1f8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7d0660f1f8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d0660f1f8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7d0660f1f8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7d0660f1f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7d0660f1f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7d0660f1f8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7d0660f1f8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37d0660f1f8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37d0660f1f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3.png"/><Relationship Id="rId6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225" y="319875"/>
            <a:ext cx="8699825" cy="280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59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0675" y="437325"/>
            <a:ext cx="7978524" cy="4120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" name="Google Shape;6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0" cy="45586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5644899" cy="1174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5175" y="2063950"/>
            <a:ext cx="2436850" cy="181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632025" y="1373975"/>
            <a:ext cx="3357882" cy="3067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989900" y="1351586"/>
            <a:ext cx="3094425" cy="3184739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6"/>
          <p:cNvSpPr/>
          <p:nvPr/>
        </p:nvSpPr>
        <p:spPr>
          <a:xfrm>
            <a:off x="442225" y="3944325"/>
            <a:ext cx="1462200" cy="328200"/>
          </a:xfrm>
          <a:prstGeom prst="wedgeRoundRectCallout">
            <a:avLst>
              <a:gd fmla="val -22901" name="adj1"/>
              <a:gd fmla="val -99985" name="adj2"/>
              <a:gd fmla="val 0" name="adj3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반죽:데이타</a:t>
            </a:r>
            <a:endParaRPr/>
          </a:p>
        </p:txBody>
      </p:sp>
      <p:sp>
        <p:nvSpPr>
          <p:cNvPr id="74" name="Google Shape;74;p16"/>
          <p:cNvSpPr/>
          <p:nvPr/>
        </p:nvSpPr>
        <p:spPr>
          <a:xfrm>
            <a:off x="3473575" y="1583425"/>
            <a:ext cx="2727300" cy="600000"/>
          </a:xfrm>
          <a:prstGeom prst="wedgeRoundRectCallout">
            <a:avLst>
              <a:gd fmla="val -1879" name="adj1"/>
              <a:gd fmla="val 91467" name="adj2"/>
              <a:gd fmla="val 0" name="adj3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온도, 시간 : 하이퍼파라미터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빵 굽기전에 세팅하는 값</a:t>
            </a:r>
            <a:endParaRPr/>
          </a:p>
        </p:txBody>
      </p:sp>
      <p:sp>
        <p:nvSpPr>
          <p:cNvPr id="75" name="Google Shape;75;p16"/>
          <p:cNvSpPr/>
          <p:nvPr/>
        </p:nvSpPr>
        <p:spPr>
          <a:xfrm>
            <a:off x="7021100" y="3497575"/>
            <a:ext cx="1105500" cy="328200"/>
          </a:xfrm>
          <a:prstGeom prst="wedgeRoundRectCallout">
            <a:avLst>
              <a:gd fmla="val -22901" name="adj1"/>
              <a:gd fmla="val -99985" name="adj2"/>
              <a:gd fmla="val 0" name="adj3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빵 : 모델</a:t>
            </a:r>
            <a:endParaRPr/>
          </a:p>
        </p:txBody>
      </p:sp>
      <p:sp>
        <p:nvSpPr>
          <p:cNvPr id="76" name="Google Shape;76;p16"/>
          <p:cNvSpPr/>
          <p:nvPr/>
        </p:nvSpPr>
        <p:spPr>
          <a:xfrm>
            <a:off x="3678525" y="4662800"/>
            <a:ext cx="2220300" cy="328200"/>
          </a:xfrm>
          <a:prstGeom prst="wedgeRoundRectCallout">
            <a:avLst>
              <a:gd fmla="val -22901" name="adj1"/>
              <a:gd fmla="val -99985" name="adj2"/>
              <a:gd fmla="val 0" name="adj3"/>
            </a:avLst>
          </a:prstGeom>
          <a:solidFill>
            <a:srgbClr val="EEEEEE"/>
          </a:solidFill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굽는과정 : 학습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3000" y="1365900"/>
            <a:ext cx="8839201" cy="17508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Google Shape;8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737686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