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4ca309c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4ca309c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831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