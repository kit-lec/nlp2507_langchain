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47043d99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47043d99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cf244483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cf244483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cf244483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cf24448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47043d9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47043d9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925" y="630675"/>
            <a:ext cx="6457950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3557758" y="693250"/>
            <a:ext cx="1047000" cy="391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3796600" y="2107200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057975" y="2106665"/>
            <a:ext cx="585300" cy="585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" name="Google Shape;62;p14"/>
          <p:cNvCxnSpPr>
            <a:stCxn id="61" idx="6"/>
            <a:endCxn id="60" idx="2"/>
          </p:cNvCxnSpPr>
          <p:nvPr/>
        </p:nvCxnSpPr>
        <p:spPr>
          <a:xfrm>
            <a:off x="1643275" y="2399315"/>
            <a:ext cx="2153400" cy="6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4"/>
          <p:cNvCxnSpPr>
            <a:stCxn id="60" idx="6"/>
            <a:endCxn id="64" idx="2"/>
          </p:cNvCxnSpPr>
          <p:nvPr/>
        </p:nvCxnSpPr>
        <p:spPr>
          <a:xfrm>
            <a:off x="4381900" y="2399850"/>
            <a:ext cx="1970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4"/>
          <p:cNvSpPr txBox="1"/>
          <p:nvPr/>
        </p:nvSpPr>
        <p:spPr>
          <a:xfrm>
            <a:off x="2139913" y="193815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* w1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1022975" y="1027050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" name="Google Shape;67;p14"/>
          <p:cNvCxnSpPr>
            <a:stCxn id="66" idx="6"/>
            <a:endCxn id="60" idx="1"/>
          </p:cNvCxnSpPr>
          <p:nvPr/>
        </p:nvCxnSpPr>
        <p:spPr>
          <a:xfrm>
            <a:off x="1608275" y="1319700"/>
            <a:ext cx="2274000" cy="8733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4"/>
          <p:cNvSpPr txBox="1"/>
          <p:nvPr/>
        </p:nvSpPr>
        <p:spPr>
          <a:xfrm>
            <a:off x="2139913" y="131970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b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1998250" y="108275"/>
            <a:ext cx="557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nn.</a:t>
            </a:r>
            <a:r>
              <a:rPr b="1"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Linear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in_features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out_features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352255" y="2108400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25" y="152400"/>
            <a:ext cx="84659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904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3557758" y="693250"/>
            <a:ext cx="1047000" cy="391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3796600" y="2107200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1057975" y="2020300"/>
            <a:ext cx="585300" cy="585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7" name="Google Shape;87;p17"/>
          <p:cNvCxnSpPr>
            <a:stCxn id="86" idx="6"/>
            <a:endCxn id="85" idx="2"/>
          </p:cNvCxnSpPr>
          <p:nvPr/>
        </p:nvCxnSpPr>
        <p:spPr>
          <a:xfrm>
            <a:off x="1643275" y="2312950"/>
            <a:ext cx="2153400" cy="870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>
            <a:stCxn id="85" idx="6"/>
            <a:endCxn id="89" idx="2"/>
          </p:cNvCxnSpPr>
          <p:nvPr/>
        </p:nvCxnSpPr>
        <p:spPr>
          <a:xfrm>
            <a:off x="4381900" y="2399850"/>
            <a:ext cx="19704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7"/>
          <p:cNvSpPr txBox="1"/>
          <p:nvPr/>
        </p:nvSpPr>
        <p:spPr>
          <a:xfrm>
            <a:off x="2142750" y="198231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* w1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1078163" y="1137426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7"/>
          <p:cNvCxnSpPr>
            <a:stCxn id="91" idx="6"/>
            <a:endCxn id="85" idx="1"/>
          </p:cNvCxnSpPr>
          <p:nvPr/>
        </p:nvCxnSpPr>
        <p:spPr>
          <a:xfrm>
            <a:off x="1663463" y="1430076"/>
            <a:ext cx="2218800" cy="7629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7"/>
          <p:cNvSpPr txBox="1"/>
          <p:nvPr/>
        </p:nvSpPr>
        <p:spPr>
          <a:xfrm>
            <a:off x="2142752" y="1253376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b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1998250" y="108275"/>
            <a:ext cx="557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nn.</a:t>
            </a:r>
            <a:r>
              <a:rPr b="1"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Linear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in_features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out_features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039928" y="2847471"/>
            <a:ext cx="585300" cy="585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6" name="Google Shape;96;p17"/>
          <p:cNvCxnSpPr>
            <a:stCxn id="95" idx="6"/>
            <a:endCxn id="85" idx="2"/>
          </p:cNvCxnSpPr>
          <p:nvPr/>
        </p:nvCxnSpPr>
        <p:spPr>
          <a:xfrm flipH="1" rot="10800000">
            <a:off x="1625228" y="2399721"/>
            <a:ext cx="2171400" cy="740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7"/>
          <p:cNvSpPr/>
          <p:nvPr/>
        </p:nvSpPr>
        <p:spPr>
          <a:xfrm>
            <a:off x="1039928" y="3609471"/>
            <a:ext cx="585300" cy="585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8" name="Google Shape;98;p17"/>
          <p:cNvCxnSpPr>
            <a:stCxn id="97" idx="6"/>
            <a:endCxn id="85" idx="3"/>
          </p:cNvCxnSpPr>
          <p:nvPr/>
        </p:nvCxnSpPr>
        <p:spPr>
          <a:xfrm flipH="1" rot="10800000">
            <a:off x="1625228" y="2606721"/>
            <a:ext cx="2257200" cy="12954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7"/>
          <p:cNvSpPr txBox="1"/>
          <p:nvPr/>
        </p:nvSpPr>
        <p:spPr>
          <a:xfrm>
            <a:off x="2142750" y="323661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* w3</a:t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2142750" y="2653724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* w2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6352255" y="2108400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