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a9531ce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a9531ce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a9531ce7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a9531ce7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a9531ce7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a9531ce7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a9531ce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a9531ce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4096600" y="378475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1. 무작위로 k개의 클러스터 중심을 정한다.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966800" y="709863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2666800" y="6076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511050" y="177475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966800" y="709863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2666800" y="6076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511050" y="177475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425075" y="452513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2. 각 샘플에서 가장 가까운 클러스터 중심을 찾아 해당 클러스터의 샘플로 지정한다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94054" y="128727"/>
            <a:ext cx="1710725" cy="1243825"/>
          </a:xfrm>
          <a:custGeom>
            <a:rect b="b" l="l" r="r" t="t"/>
            <a:pathLst>
              <a:path extrusionOk="0" h="49753" w="68429">
                <a:moveTo>
                  <a:pt x="47952" y="44083"/>
                </a:moveTo>
                <a:cubicBezTo>
                  <a:pt x="40798" y="44083"/>
                  <a:pt x="34295" y="48658"/>
                  <a:pt x="27196" y="49545"/>
                </a:cubicBezTo>
                <a:cubicBezTo>
                  <a:pt x="17121" y="50804"/>
                  <a:pt x="-1742" y="45300"/>
                  <a:pt x="249" y="35344"/>
                </a:cubicBezTo>
                <a:cubicBezTo>
                  <a:pt x="1299" y="30094"/>
                  <a:pt x="5645" y="26050"/>
                  <a:pt x="8989" y="21870"/>
                </a:cubicBezTo>
                <a:cubicBezTo>
                  <a:pt x="14569" y="14895"/>
                  <a:pt x="18902" y="5524"/>
                  <a:pt x="27196" y="2207"/>
                </a:cubicBezTo>
                <a:cubicBezTo>
                  <a:pt x="36218" y="-1401"/>
                  <a:pt x="47195" y="-22"/>
                  <a:pt x="56327" y="3299"/>
                </a:cubicBezTo>
                <a:cubicBezTo>
                  <a:pt x="63783" y="6011"/>
                  <a:pt x="70158" y="16426"/>
                  <a:pt x="67979" y="24055"/>
                </a:cubicBezTo>
                <a:cubicBezTo>
                  <a:pt x="65683" y="32095"/>
                  <a:pt x="59438" y="39620"/>
                  <a:pt x="51957" y="43355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" name="Google Shape;85;p14"/>
          <p:cNvSpPr/>
          <p:nvPr/>
        </p:nvSpPr>
        <p:spPr>
          <a:xfrm>
            <a:off x="2039856" y="202640"/>
            <a:ext cx="1915575" cy="1492425"/>
          </a:xfrm>
          <a:custGeom>
            <a:rect b="b" l="l" r="r" t="t"/>
            <a:pathLst>
              <a:path extrusionOk="0" h="59697" w="76623">
                <a:moveTo>
                  <a:pt x="28741" y="59697"/>
                </a:moveTo>
                <a:cubicBezTo>
                  <a:pt x="22749" y="53705"/>
                  <a:pt x="19075" y="45661"/>
                  <a:pt x="13083" y="39669"/>
                </a:cubicBezTo>
                <a:cubicBezTo>
                  <a:pt x="9236" y="35822"/>
                  <a:pt x="1518" y="34784"/>
                  <a:pt x="338" y="29473"/>
                </a:cubicBezTo>
                <a:cubicBezTo>
                  <a:pt x="-1311" y="22052"/>
                  <a:pt x="3626" y="14217"/>
                  <a:pt x="7985" y="7989"/>
                </a:cubicBezTo>
                <a:cubicBezTo>
                  <a:pt x="14115" y="-769"/>
                  <a:pt x="28611" y="1070"/>
                  <a:pt x="39301" y="1070"/>
                </a:cubicBezTo>
                <a:cubicBezTo>
                  <a:pt x="49774" y="1070"/>
                  <a:pt x="62095" y="-2469"/>
                  <a:pt x="70617" y="3619"/>
                </a:cubicBezTo>
                <a:cubicBezTo>
                  <a:pt x="77098" y="8249"/>
                  <a:pt x="78313" y="20662"/>
                  <a:pt x="73894" y="27289"/>
                </a:cubicBezTo>
                <a:cubicBezTo>
                  <a:pt x="64201" y="41827"/>
                  <a:pt x="47513" y="52546"/>
                  <a:pt x="30562" y="56784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" name="Google Shape;86;p14"/>
          <p:cNvSpPr/>
          <p:nvPr/>
        </p:nvSpPr>
        <p:spPr>
          <a:xfrm>
            <a:off x="454361" y="1172174"/>
            <a:ext cx="2199075" cy="1195950"/>
          </a:xfrm>
          <a:custGeom>
            <a:rect b="b" l="l" r="r" t="t"/>
            <a:pathLst>
              <a:path extrusionOk="0" h="47838" w="87963">
                <a:moveTo>
                  <a:pt x="58660" y="2345"/>
                </a:moveTo>
                <a:cubicBezTo>
                  <a:pt x="52266" y="1546"/>
                  <a:pt x="45123" y="-1630"/>
                  <a:pt x="39360" y="1253"/>
                </a:cubicBezTo>
                <a:cubicBezTo>
                  <a:pt x="32646" y="4612"/>
                  <a:pt x="27911" y="11622"/>
                  <a:pt x="20789" y="13997"/>
                </a:cubicBezTo>
                <a:cubicBezTo>
                  <a:pt x="11751" y="17011"/>
                  <a:pt x="-3501" y="25868"/>
                  <a:pt x="761" y="34389"/>
                </a:cubicBezTo>
                <a:cubicBezTo>
                  <a:pt x="7819" y="48502"/>
                  <a:pt x="31292" y="49696"/>
                  <a:pt x="46643" y="46042"/>
                </a:cubicBezTo>
                <a:cubicBezTo>
                  <a:pt x="52664" y="44609"/>
                  <a:pt x="57647" y="40330"/>
                  <a:pt x="63394" y="38031"/>
                </a:cubicBezTo>
                <a:cubicBezTo>
                  <a:pt x="70447" y="35210"/>
                  <a:pt x="80234" y="38305"/>
                  <a:pt x="85606" y="32933"/>
                </a:cubicBezTo>
                <a:cubicBezTo>
                  <a:pt x="95047" y="23492"/>
                  <a:pt x="73509" y="6872"/>
                  <a:pt x="61573" y="888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1449525" y="520488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2489625" y="9555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1173825" y="158460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194054" y="128727"/>
            <a:ext cx="1710725" cy="1243825"/>
          </a:xfrm>
          <a:custGeom>
            <a:rect b="b" l="l" r="r" t="t"/>
            <a:pathLst>
              <a:path extrusionOk="0" h="49753" w="68429">
                <a:moveTo>
                  <a:pt x="47952" y="44083"/>
                </a:moveTo>
                <a:cubicBezTo>
                  <a:pt x="40798" y="44083"/>
                  <a:pt x="34295" y="48658"/>
                  <a:pt x="27196" y="49545"/>
                </a:cubicBezTo>
                <a:cubicBezTo>
                  <a:pt x="17121" y="50804"/>
                  <a:pt x="-1742" y="45300"/>
                  <a:pt x="249" y="35344"/>
                </a:cubicBezTo>
                <a:cubicBezTo>
                  <a:pt x="1299" y="30094"/>
                  <a:pt x="5645" y="26050"/>
                  <a:pt x="8989" y="21870"/>
                </a:cubicBezTo>
                <a:cubicBezTo>
                  <a:pt x="14569" y="14895"/>
                  <a:pt x="18902" y="5524"/>
                  <a:pt x="27196" y="2207"/>
                </a:cubicBezTo>
                <a:cubicBezTo>
                  <a:pt x="36218" y="-1401"/>
                  <a:pt x="47195" y="-22"/>
                  <a:pt x="56327" y="3299"/>
                </a:cubicBezTo>
                <a:cubicBezTo>
                  <a:pt x="63783" y="6011"/>
                  <a:pt x="70158" y="16426"/>
                  <a:pt x="67979" y="24055"/>
                </a:cubicBezTo>
                <a:cubicBezTo>
                  <a:pt x="65683" y="32095"/>
                  <a:pt x="59438" y="39620"/>
                  <a:pt x="51957" y="43355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4" name="Google Shape;104;p15"/>
          <p:cNvSpPr/>
          <p:nvPr/>
        </p:nvSpPr>
        <p:spPr>
          <a:xfrm>
            <a:off x="2039856" y="202640"/>
            <a:ext cx="1915575" cy="1492425"/>
          </a:xfrm>
          <a:custGeom>
            <a:rect b="b" l="l" r="r" t="t"/>
            <a:pathLst>
              <a:path extrusionOk="0" h="59697" w="76623">
                <a:moveTo>
                  <a:pt x="28741" y="59697"/>
                </a:moveTo>
                <a:cubicBezTo>
                  <a:pt x="22749" y="53705"/>
                  <a:pt x="19075" y="45661"/>
                  <a:pt x="13083" y="39669"/>
                </a:cubicBezTo>
                <a:cubicBezTo>
                  <a:pt x="9236" y="35822"/>
                  <a:pt x="1518" y="34784"/>
                  <a:pt x="338" y="29473"/>
                </a:cubicBezTo>
                <a:cubicBezTo>
                  <a:pt x="-1311" y="22052"/>
                  <a:pt x="3626" y="14217"/>
                  <a:pt x="7985" y="7989"/>
                </a:cubicBezTo>
                <a:cubicBezTo>
                  <a:pt x="14115" y="-769"/>
                  <a:pt x="28611" y="1070"/>
                  <a:pt x="39301" y="1070"/>
                </a:cubicBezTo>
                <a:cubicBezTo>
                  <a:pt x="49774" y="1070"/>
                  <a:pt x="62095" y="-2469"/>
                  <a:pt x="70617" y="3619"/>
                </a:cubicBezTo>
                <a:cubicBezTo>
                  <a:pt x="77098" y="8249"/>
                  <a:pt x="78313" y="20662"/>
                  <a:pt x="73894" y="27289"/>
                </a:cubicBezTo>
                <a:cubicBezTo>
                  <a:pt x="64201" y="41827"/>
                  <a:pt x="47513" y="52546"/>
                  <a:pt x="30562" y="56784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" name="Google Shape;105;p15"/>
          <p:cNvSpPr/>
          <p:nvPr/>
        </p:nvSpPr>
        <p:spPr>
          <a:xfrm>
            <a:off x="454361" y="1172174"/>
            <a:ext cx="2199075" cy="1195950"/>
          </a:xfrm>
          <a:custGeom>
            <a:rect b="b" l="l" r="r" t="t"/>
            <a:pathLst>
              <a:path extrusionOk="0" h="47838" w="87963">
                <a:moveTo>
                  <a:pt x="58660" y="2345"/>
                </a:moveTo>
                <a:cubicBezTo>
                  <a:pt x="52266" y="1546"/>
                  <a:pt x="45123" y="-1630"/>
                  <a:pt x="39360" y="1253"/>
                </a:cubicBezTo>
                <a:cubicBezTo>
                  <a:pt x="32646" y="4612"/>
                  <a:pt x="27911" y="11622"/>
                  <a:pt x="20789" y="13997"/>
                </a:cubicBezTo>
                <a:cubicBezTo>
                  <a:pt x="11751" y="17011"/>
                  <a:pt x="-3501" y="25868"/>
                  <a:pt x="761" y="34389"/>
                </a:cubicBezTo>
                <a:cubicBezTo>
                  <a:pt x="7819" y="48502"/>
                  <a:pt x="31292" y="49696"/>
                  <a:pt x="46643" y="46042"/>
                </a:cubicBezTo>
                <a:cubicBezTo>
                  <a:pt x="52664" y="44609"/>
                  <a:pt x="57647" y="40330"/>
                  <a:pt x="63394" y="38031"/>
                </a:cubicBezTo>
                <a:cubicBezTo>
                  <a:pt x="70447" y="35210"/>
                  <a:pt x="80234" y="38305"/>
                  <a:pt x="85606" y="32933"/>
                </a:cubicBezTo>
                <a:cubicBezTo>
                  <a:pt x="95047" y="23492"/>
                  <a:pt x="73509" y="6872"/>
                  <a:pt x="61573" y="888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" name="Google Shape;106;p15"/>
          <p:cNvSpPr txBox="1"/>
          <p:nvPr/>
        </p:nvSpPr>
        <p:spPr>
          <a:xfrm>
            <a:off x="5134400" y="108060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3. 클러스터에 속한 샘플의 평균값으로 클러스터 중심을 변경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7" name="Google Shape;107;p15"/>
          <p:cNvCxnSpPr>
            <a:endCxn id="100" idx="2"/>
          </p:cNvCxnSpPr>
          <p:nvPr/>
        </p:nvCxnSpPr>
        <p:spPr>
          <a:xfrm flipH="1" rot="10800000">
            <a:off x="1150425" y="643338"/>
            <a:ext cx="299100" cy="2331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5"/>
          <p:cNvCxnSpPr>
            <a:endCxn id="101" idx="7"/>
          </p:cNvCxnSpPr>
          <p:nvPr/>
        </p:nvCxnSpPr>
        <p:spPr>
          <a:xfrm flipH="1">
            <a:off x="2666311" y="638757"/>
            <a:ext cx="166800" cy="3528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5"/>
          <p:cNvCxnSpPr>
            <a:endCxn id="102" idx="5"/>
          </p:cNvCxnSpPr>
          <p:nvPr/>
        </p:nvCxnSpPr>
        <p:spPr>
          <a:xfrm rot="10800000">
            <a:off x="1350511" y="1794318"/>
            <a:ext cx="208800" cy="1566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1449525" y="520488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2489625" y="9555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173825" y="158460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088232" y="112398"/>
            <a:ext cx="1835300" cy="1041625"/>
          </a:xfrm>
          <a:custGeom>
            <a:rect b="b" l="l" r="r" t="t"/>
            <a:pathLst>
              <a:path extrusionOk="0" h="41665" w="73412">
                <a:moveTo>
                  <a:pt x="19832" y="3952"/>
                </a:moveTo>
                <a:cubicBezTo>
                  <a:pt x="13322" y="4544"/>
                  <a:pt x="3472" y="3042"/>
                  <a:pt x="896" y="9050"/>
                </a:cubicBezTo>
                <a:cubicBezTo>
                  <a:pt x="-1844" y="15440"/>
                  <a:pt x="2378" y="23650"/>
                  <a:pt x="6723" y="29078"/>
                </a:cubicBezTo>
                <a:cubicBezTo>
                  <a:pt x="9143" y="32101"/>
                  <a:pt x="9592" y="36917"/>
                  <a:pt x="12913" y="38910"/>
                </a:cubicBezTo>
                <a:cubicBezTo>
                  <a:pt x="24121" y="45637"/>
                  <a:pt x="40162" y="38474"/>
                  <a:pt x="51512" y="31991"/>
                </a:cubicBezTo>
                <a:cubicBezTo>
                  <a:pt x="57875" y="28356"/>
                  <a:pt x="67111" y="28257"/>
                  <a:pt x="71176" y="22159"/>
                </a:cubicBezTo>
                <a:cubicBezTo>
                  <a:pt x="73213" y="19102"/>
                  <a:pt x="74123" y="14592"/>
                  <a:pt x="72632" y="11235"/>
                </a:cubicBezTo>
                <a:cubicBezTo>
                  <a:pt x="71397" y="8455"/>
                  <a:pt x="67411" y="8078"/>
                  <a:pt x="64621" y="6865"/>
                </a:cubicBezTo>
                <a:cubicBezTo>
                  <a:pt x="56519" y="3343"/>
                  <a:pt x="47593" y="1407"/>
                  <a:pt x="38767" y="1039"/>
                </a:cubicBezTo>
                <a:cubicBezTo>
                  <a:pt x="31186" y="723"/>
                  <a:pt x="20403" y="-2359"/>
                  <a:pt x="16190" y="3952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" name="Google Shape;127;p16"/>
          <p:cNvSpPr/>
          <p:nvPr/>
        </p:nvSpPr>
        <p:spPr>
          <a:xfrm>
            <a:off x="1911755" y="229400"/>
            <a:ext cx="2119875" cy="1898125"/>
          </a:xfrm>
          <a:custGeom>
            <a:rect b="b" l="l" r="r" t="t"/>
            <a:pathLst>
              <a:path extrusionOk="0" h="75925" w="84795">
                <a:moveTo>
                  <a:pt x="60083" y="0"/>
                </a:moveTo>
                <a:cubicBezTo>
                  <a:pt x="52175" y="3959"/>
                  <a:pt x="47038" y="11953"/>
                  <a:pt x="40784" y="18207"/>
                </a:cubicBezTo>
                <a:cubicBezTo>
                  <a:pt x="32580" y="26411"/>
                  <a:pt x="22054" y="32355"/>
                  <a:pt x="14930" y="41513"/>
                </a:cubicBezTo>
                <a:cubicBezTo>
                  <a:pt x="11330" y="46141"/>
                  <a:pt x="10326" y="52400"/>
                  <a:pt x="6918" y="57171"/>
                </a:cubicBezTo>
                <a:cubicBezTo>
                  <a:pt x="4203" y="60972"/>
                  <a:pt x="-2555" y="66998"/>
                  <a:pt x="1092" y="69916"/>
                </a:cubicBezTo>
                <a:cubicBezTo>
                  <a:pt x="5440" y="73395"/>
                  <a:pt x="11230" y="76478"/>
                  <a:pt x="16750" y="75742"/>
                </a:cubicBezTo>
                <a:cubicBezTo>
                  <a:pt x="25509" y="74575"/>
                  <a:pt x="33276" y="69477"/>
                  <a:pt x="41512" y="66274"/>
                </a:cubicBezTo>
                <a:cubicBezTo>
                  <a:pt x="55099" y="60990"/>
                  <a:pt x="70061" y="54013"/>
                  <a:pt x="77562" y="41513"/>
                </a:cubicBezTo>
                <a:cubicBezTo>
                  <a:pt x="82867" y="32674"/>
                  <a:pt x="86137" y="21398"/>
                  <a:pt x="84116" y="11289"/>
                </a:cubicBezTo>
                <a:cubicBezTo>
                  <a:pt x="83434" y="7879"/>
                  <a:pt x="78329" y="7238"/>
                  <a:pt x="75013" y="6191"/>
                </a:cubicBezTo>
                <a:cubicBezTo>
                  <a:pt x="70688" y="4825"/>
                  <a:pt x="66439" y="2549"/>
                  <a:pt x="61904" y="2549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" name="Google Shape;128;p16"/>
          <p:cNvSpPr/>
          <p:nvPr/>
        </p:nvSpPr>
        <p:spPr>
          <a:xfrm>
            <a:off x="506264" y="721813"/>
            <a:ext cx="1470000" cy="1565875"/>
          </a:xfrm>
          <a:custGeom>
            <a:rect b="b" l="l" r="r" t="t"/>
            <a:pathLst>
              <a:path extrusionOk="0" h="62635" w="58800">
                <a:moveTo>
                  <a:pt x="44930" y="19267"/>
                </a:moveTo>
                <a:cubicBezTo>
                  <a:pt x="29714" y="19267"/>
                  <a:pt x="12067" y="-8809"/>
                  <a:pt x="2326" y="2880"/>
                </a:cubicBezTo>
                <a:cubicBezTo>
                  <a:pt x="-3288" y="9617"/>
                  <a:pt x="3008" y="20458"/>
                  <a:pt x="4511" y="29098"/>
                </a:cubicBezTo>
                <a:cubicBezTo>
                  <a:pt x="6247" y="39075"/>
                  <a:pt x="3885" y="52267"/>
                  <a:pt x="11793" y="58594"/>
                </a:cubicBezTo>
                <a:cubicBezTo>
                  <a:pt x="23849" y="68240"/>
                  <a:pt x="48557" y="58890"/>
                  <a:pt x="56219" y="45485"/>
                </a:cubicBezTo>
                <a:cubicBezTo>
                  <a:pt x="59654" y="39475"/>
                  <a:pt x="59815" y="30135"/>
                  <a:pt x="55490" y="24729"/>
                </a:cubicBezTo>
                <a:cubicBezTo>
                  <a:pt x="53500" y="22241"/>
                  <a:pt x="47812" y="24666"/>
                  <a:pt x="46387" y="21816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9" name="Google Shape;129;p16"/>
          <p:cNvSpPr txBox="1"/>
          <p:nvPr/>
        </p:nvSpPr>
        <p:spPr>
          <a:xfrm>
            <a:off x="5862675" y="1154025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4. 클러스터 중심에 변화가 없을 때까지 2번으로 돌아가 반복함.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