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Open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penSans-boldItalic.fntdata"/><Relationship Id="rId10" Type="http://schemas.openxmlformats.org/officeDocument/2006/relationships/font" Target="fonts/OpenSans-italic.fntdata"/><Relationship Id="rId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Open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e33cb02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e33cb02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902475" y="2594487"/>
            <a:ext cx="585300" cy="5853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057975" y="2020300"/>
            <a:ext cx="585300" cy="5853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x1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6" name="Google Shape;56;p13"/>
          <p:cNvCxnSpPr>
            <a:stCxn id="54" idx="6"/>
            <a:endCxn id="57" idx="2"/>
          </p:cNvCxnSpPr>
          <p:nvPr/>
        </p:nvCxnSpPr>
        <p:spPr>
          <a:xfrm>
            <a:off x="4487775" y="2887137"/>
            <a:ext cx="490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" name="Google Shape;58;p13"/>
          <p:cNvSpPr/>
          <p:nvPr/>
        </p:nvSpPr>
        <p:spPr>
          <a:xfrm>
            <a:off x="1078163" y="1137426"/>
            <a:ext cx="585300" cy="58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4675" y="28800"/>
            <a:ext cx="29712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nn.</a:t>
            </a:r>
            <a:r>
              <a:rPr b="1" lang="ko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Linear</a:t>
            </a:r>
            <a:r>
              <a:rPr lang="ko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00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in_features</a:t>
            </a:r>
            <a:r>
              <a:rPr lang="ko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500">
                <a:solidFill>
                  <a:srgbClr val="11664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000000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out_features</a:t>
            </a:r>
            <a:r>
              <a:rPr lang="ko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ko" sz="1500">
                <a:solidFill>
                  <a:srgbClr val="11664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ko" sz="15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3902475" y="3228150"/>
            <a:ext cx="585300" cy="5853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1" name="Google Shape;61;p13"/>
          <p:cNvCxnSpPr>
            <a:stCxn id="60" idx="6"/>
            <a:endCxn id="62" idx="2"/>
          </p:cNvCxnSpPr>
          <p:nvPr/>
        </p:nvCxnSpPr>
        <p:spPr>
          <a:xfrm>
            <a:off x="4487775" y="3520800"/>
            <a:ext cx="490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" name="Google Shape;62;p13"/>
          <p:cNvSpPr/>
          <p:nvPr/>
        </p:nvSpPr>
        <p:spPr>
          <a:xfrm>
            <a:off x="4978245" y="3229350"/>
            <a:ext cx="585300" cy="5853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출력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978245" y="2595687"/>
            <a:ext cx="585300" cy="5853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출력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3902475" y="3889887"/>
            <a:ext cx="585300" cy="5853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4" name="Google Shape;64;p13"/>
          <p:cNvCxnSpPr>
            <a:stCxn id="63" idx="6"/>
            <a:endCxn id="65" idx="2"/>
          </p:cNvCxnSpPr>
          <p:nvPr/>
        </p:nvCxnSpPr>
        <p:spPr>
          <a:xfrm>
            <a:off x="4487775" y="4182537"/>
            <a:ext cx="490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" name="Google Shape;66;p13"/>
          <p:cNvSpPr/>
          <p:nvPr/>
        </p:nvSpPr>
        <p:spPr>
          <a:xfrm>
            <a:off x="3902475" y="4523550"/>
            <a:ext cx="585300" cy="5853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7" name="Google Shape;67;p13"/>
          <p:cNvCxnSpPr>
            <a:stCxn id="66" idx="6"/>
            <a:endCxn id="68" idx="2"/>
          </p:cNvCxnSpPr>
          <p:nvPr/>
        </p:nvCxnSpPr>
        <p:spPr>
          <a:xfrm>
            <a:off x="4487775" y="4816200"/>
            <a:ext cx="490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3"/>
          <p:cNvSpPr/>
          <p:nvPr/>
        </p:nvSpPr>
        <p:spPr>
          <a:xfrm>
            <a:off x="4978245" y="4524750"/>
            <a:ext cx="585300" cy="5853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출력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4978245" y="3891087"/>
            <a:ext cx="585300" cy="5853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출력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3902475" y="33766"/>
            <a:ext cx="585300" cy="5853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0" name="Google Shape;70;p13"/>
          <p:cNvCxnSpPr>
            <a:stCxn id="69" idx="6"/>
            <a:endCxn id="71" idx="2"/>
          </p:cNvCxnSpPr>
          <p:nvPr/>
        </p:nvCxnSpPr>
        <p:spPr>
          <a:xfrm>
            <a:off x="4487775" y="326416"/>
            <a:ext cx="490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3"/>
          <p:cNvSpPr/>
          <p:nvPr/>
        </p:nvSpPr>
        <p:spPr>
          <a:xfrm>
            <a:off x="3902475" y="667429"/>
            <a:ext cx="585300" cy="5853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z2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3" name="Google Shape;73;p13"/>
          <p:cNvCxnSpPr>
            <a:stCxn id="72" idx="6"/>
            <a:endCxn id="74" idx="2"/>
          </p:cNvCxnSpPr>
          <p:nvPr/>
        </p:nvCxnSpPr>
        <p:spPr>
          <a:xfrm>
            <a:off x="4487775" y="960079"/>
            <a:ext cx="490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" name="Google Shape;74;p13"/>
          <p:cNvSpPr/>
          <p:nvPr/>
        </p:nvSpPr>
        <p:spPr>
          <a:xfrm>
            <a:off x="4978245" y="668629"/>
            <a:ext cx="585300" cy="5853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출력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4978245" y="34966"/>
            <a:ext cx="585300" cy="5853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출력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3902475" y="1329166"/>
            <a:ext cx="585300" cy="5853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z3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6" name="Google Shape;76;p13"/>
          <p:cNvCxnSpPr>
            <a:stCxn id="75" idx="6"/>
            <a:endCxn id="77" idx="2"/>
          </p:cNvCxnSpPr>
          <p:nvPr/>
        </p:nvCxnSpPr>
        <p:spPr>
          <a:xfrm>
            <a:off x="4487775" y="1621816"/>
            <a:ext cx="490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3"/>
          <p:cNvSpPr/>
          <p:nvPr/>
        </p:nvSpPr>
        <p:spPr>
          <a:xfrm>
            <a:off x="3902475" y="1962829"/>
            <a:ext cx="585300" cy="585300"/>
          </a:xfrm>
          <a:prstGeom prst="ellipse">
            <a:avLst/>
          </a:prstGeom>
          <a:solidFill>
            <a:srgbClr val="EAD1D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z1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9" name="Google Shape;79;p13"/>
          <p:cNvCxnSpPr>
            <a:stCxn id="78" idx="6"/>
            <a:endCxn id="80" idx="2"/>
          </p:cNvCxnSpPr>
          <p:nvPr/>
        </p:nvCxnSpPr>
        <p:spPr>
          <a:xfrm>
            <a:off x="4487775" y="2255479"/>
            <a:ext cx="490500" cy="1200"/>
          </a:xfrm>
          <a:prstGeom prst="straightConnector1">
            <a:avLst/>
          </a:prstGeom>
          <a:noFill/>
          <a:ln cap="flat" cmpd="sng" w="19050">
            <a:solidFill>
              <a:srgbClr val="695D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3"/>
          <p:cNvSpPr/>
          <p:nvPr/>
        </p:nvSpPr>
        <p:spPr>
          <a:xfrm>
            <a:off x="4978245" y="1964029"/>
            <a:ext cx="585300" cy="5853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출력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4978245" y="1330366"/>
            <a:ext cx="585300" cy="5853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Open Sans"/>
                <a:ea typeface="Open Sans"/>
                <a:cs typeface="Open Sans"/>
                <a:sym typeface="Open Sans"/>
              </a:rPr>
              <a:t>출력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1" name="Google Shape;81;p13"/>
          <p:cNvCxnSpPr>
            <a:stCxn id="55" idx="6"/>
            <a:endCxn id="69" idx="2"/>
          </p:cNvCxnSpPr>
          <p:nvPr/>
        </p:nvCxnSpPr>
        <p:spPr>
          <a:xfrm flipH="1" rot="10800000">
            <a:off x="1643275" y="326350"/>
            <a:ext cx="2259300" cy="198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3"/>
          <p:cNvCxnSpPr>
            <a:stCxn id="55" idx="6"/>
            <a:endCxn id="72" idx="2"/>
          </p:cNvCxnSpPr>
          <p:nvPr/>
        </p:nvCxnSpPr>
        <p:spPr>
          <a:xfrm flipH="1" rot="10800000">
            <a:off x="1643275" y="959950"/>
            <a:ext cx="2259300" cy="135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3"/>
          <p:cNvCxnSpPr>
            <a:stCxn id="55" idx="6"/>
            <a:endCxn id="75" idx="2"/>
          </p:cNvCxnSpPr>
          <p:nvPr/>
        </p:nvCxnSpPr>
        <p:spPr>
          <a:xfrm flipH="1" rot="10800000">
            <a:off x="1643275" y="1621750"/>
            <a:ext cx="2259300" cy="6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3"/>
          <p:cNvCxnSpPr>
            <a:stCxn id="55" idx="6"/>
            <a:endCxn id="78" idx="2"/>
          </p:cNvCxnSpPr>
          <p:nvPr/>
        </p:nvCxnSpPr>
        <p:spPr>
          <a:xfrm flipH="1" rot="10800000">
            <a:off x="1643275" y="2255350"/>
            <a:ext cx="2259300" cy="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3"/>
          <p:cNvCxnSpPr>
            <a:stCxn id="55" idx="6"/>
            <a:endCxn id="54" idx="2"/>
          </p:cNvCxnSpPr>
          <p:nvPr/>
        </p:nvCxnSpPr>
        <p:spPr>
          <a:xfrm>
            <a:off x="1643275" y="2312950"/>
            <a:ext cx="2259300" cy="57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3"/>
          <p:cNvCxnSpPr>
            <a:stCxn id="55" idx="6"/>
            <a:endCxn id="60" idx="2"/>
          </p:cNvCxnSpPr>
          <p:nvPr/>
        </p:nvCxnSpPr>
        <p:spPr>
          <a:xfrm>
            <a:off x="1643275" y="2312950"/>
            <a:ext cx="2259300" cy="12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3"/>
          <p:cNvCxnSpPr>
            <a:stCxn id="55" idx="6"/>
            <a:endCxn id="63" idx="2"/>
          </p:cNvCxnSpPr>
          <p:nvPr/>
        </p:nvCxnSpPr>
        <p:spPr>
          <a:xfrm>
            <a:off x="1643275" y="2312950"/>
            <a:ext cx="2259300" cy="186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3"/>
          <p:cNvCxnSpPr>
            <a:stCxn id="55" idx="6"/>
            <a:endCxn id="66" idx="2"/>
          </p:cNvCxnSpPr>
          <p:nvPr/>
        </p:nvCxnSpPr>
        <p:spPr>
          <a:xfrm>
            <a:off x="1643275" y="2312950"/>
            <a:ext cx="2259300" cy="250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3"/>
          <p:cNvCxnSpPr>
            <a:stCxn id="58" idx="6"/>
            <a:endCxn id="69" idx="2"/>
          </p:cNvCxnSpPr>
          <p:nvPr/>
        </p:nvCxnSpPr>
        <p:spPr>
          <a:xfrm flipH="1" rot="10800000">
            <a:off x="1663463" y="326376"/>
            <a:ext cx="2238900" cy="110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3"/>
          <p:cNvCxnSpPr>
            <a:stCxn id="58" idx="6"/>
            <a:endCxn id="72" idx="2"/>
          </p:cNvCxnSpPr>
          <p:nvPr/>
        </p:nvCxnSpPr>
        <p:spPr>
          <a:xfrm flipH="1" rot="10800000">
            <a:off x="1663463" y="959976"/>
            <a:ext cx="2238900" cy="47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3"/>
          <p:cNvCxnSpPr>
            <a:stCxn id="58" idx="6"/>
            <a:endCxn id="75" idx="2"/>
          </p:cNvCxnSpPr>
          <p:nvPr/>
        </p:nvCxnSpPr>
        <p:spPr>
          <a:xfrm>
            <a:off x="1663463" y="1430076"/>
            <a:ext cx="2238900" cy="19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3"/>
          <p:cNvCxnSpPr>
            <a:stCxn id="58" idx="6"/>
            <a:endCxn id="78" idx="2"/>
          </p:cNvCxnSpPr>
          <p:nvPr/>
        </p:nvCxnSpPr>
        <p:spPr>
          <a:xfrm>
            <a:off x="1663463" y="1430076"/>
            <a:ext cx="2238900" cy="8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3"/>
          <p:cNvCxnSpPr>
            <a:stCxn id="58" idx="6"/>
            <a:endCxn id="54" idx="2"/>
          </p:cNvCxnSpPr>
          <p:nvPr/>
        </p:nvCxnSpPr>
        <p:spPr>
          <a:xfrm>
            <a:off x="1663463" y="1430076"/>
            <a:ext cx="2238900" cy="145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3"/>
          <p:cNvCxnSpPr>
            <a:stCxn id="58" idx="6"/>
            <a:endCxn id="60" idx="2"/>
          </p:cNvCxnSpPr>
          <p:nvPr/>
        </p:nvCxnSpPr>
        <p:spPr>
          <a:xfrm>
            <a:off x="1663463" y="1430076"/>
            <a:ext cx="2238900" cy="20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3"/>
          <p:cNvCxnSpPr>
            <a:stCxn id="58" idx="6"/>
            <a:endCxn id="63" idx="2"/>
          </p:cNvCxnSpPr>
          <p:nvPr/>
        </p:nvCxnSpPr>
        <p:spPr>
          <a:xfrm>
            <a:off x="1663463" y="1430076"/>
            <a:ext cx="2238900" cy="275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3"/>
          <p:cNvCxnSpPr>
            <a:stCxn id="58" idx="6"/>
            <a:endCxn id="66" idx="2"/>
          </p:cNvCxnSpPr>
          <p:nvPr/>
        </p:nvCxnSpPr>
        <p:spPr>
          <a:xfrm>
            <a:off x="1663463" y="1430076"/>
            <a:ext cx="2238900" cy="338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