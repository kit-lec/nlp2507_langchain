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a966eb54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a966eb54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a966eb54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8a966eb54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a966eb54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a966eb54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a966eb54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a966eb54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a966eb54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a966eb54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33400"/>
            <a:ext cx="8839200" cy="3549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'데이터의 분포'를 가장 잘 표현하는 방향</a:t>
            </a: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15440" l="0" r="47690" t="0"/>
          <a:stretch/>
        </p:blipFill>
        <p:spPr>
          <a:xfrm>
            <a:off x="1609550" y="1290000"/>
            <a:ext cx="4623750" cy="3001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61;p14"/>
          <p:cNvCxnSpPr/>
          <p:nvPr/>
        </p:nvCxnSpPr>
        <p:spPr>
          <a:xfrm flipH="1" rot="10800000">
            <a:off x="2513525" y="1680725"/>
            <a:ext cx="2503800" cy="1913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25009" l="6054" r="47689" t="0"/>
          <a:stretch/>
        </p:blipFill>
        <p:spPr>
          <a:xfrm>
            <a:off x="2144750" y="1290000"/>
            <a:ext cx="4088550" cy="2661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15"/>
          <p:cNvCxnSpPr/>
          <p:nvPr/>
        </p:nvCxnSpPr>
        <p:spPr>
          <a:xfrm flipH="1" rot="10800000">
            <a:off x="2513525" y="1680725"/>
            <a:ext cx="2503800" cy="1913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" name="Google Shape;69;p15"/>
          <p:cNvCxnSpPr/>
          <p:nvPr/>
        </p:nvCxnSpPr>
        <p:spPr>
          <a:xfrm>
            <a:off x="1271325" y="2738675"/>
            <a:ext cx="602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5"/>
          <p:cNvCxnSpPr/>
          <p:nvPr/>
        </p:nvCxnSpPr>
        <p:spPr>
          <a:xfrm>
            <a:off x="3655825" y="1059750"/>
            <a:ext cx="0" cy="369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5"/>
          <p:cNvSpPr txBox="1"/>
          <p:nvPr/>
        </p:nvSpPr>
        <p:spPr>
          <a:xfrm>
            <a:off x="5560800" y="1525575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(2, 1)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5560800" y="2852250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x1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908525" y="889025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x2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샘플데이터를 주성분에 투영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25009" l="6054" r="47689" t="0"/>
          <a:stretch/>
        </p:blipFill>
        <p:spPr>
          <a:xfrm>
            <a:off x="2144750" y="1290000"/>
            <a:ext cx="4088550" cy="2661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6"/>
          <p:cNvCxnSpPr/>
          <p:nvPr/>
        </p:nvCxnSpPr>
        <p:spPr>
          <a:xfrm flipH="1" rot="10800000">
            <a:off x="2513525" y="1680725"/>
            <a:ext cx="2503800" cy="1913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6"/>
          <p:cNvCxnSpPr/>
          <p:nvPr/>
        </p:nvCxnSpPr>
        <p:spPr>
          <a:xfrm>
            <a:off x="1271325" y="2738675"/>
            <a:ext cx="602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6"/>
          <p:cNvCxnSpPr/>
          <p:nvPr/>
        </p:nvCxnSpPr>
        <p:spPr>
          <a:xfrm>
            <a:off x="3655825" y="1059750"/>
            <a:ext cx="0" cy="369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p16"/>
          <p:cNvSpPr txBox="1"/>
          <p:nvPr/>
        </p:nvSpPr>
        <p:spPr>
          <a:xfrm>
            <a:off x="3893025" y="1309200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s(4, 2)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5560800" y="2852250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x1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2908525" y="889025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x2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3912450" y="1711400"/>
            <a:ext cx="165000" cy="1650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" name="Google Shape;87;p16"/>
          <p:cNvCxnSpPr>
            <a:stCxn id="86" idx="5"/>
          </p:cNvCxnSpPr>
          <p:nvPr/>
        </p:nvCxnSpPr>
        <p:spPr>
          <a:xfrm>
            <a:off x="4053286" y="1852236"/>
            <a:ext cx="236100" cy="33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8" name="Google Shape;88;p16"/>
          <p:cNvSpPr txBox="1"/>
          <p:nvPr/>
        </p:nvSpPr>
        <p:spPr>
          <a:xfrm>
            <a:off x="4530675" y="2185525"/>
            <a:ext cx="826200" cy="461700"/>
          </a:xfrm>
          <a:prstGeom prst="rect">
            <a:avLst/>
          </a:prstGeom>
          <a:solidFill>
            <a:srgbClr val="FFFFFF">
              <a:alpha val="60380"/>
            </a:srgbClr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p(4.5)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두번째 주성분</a:t>
            </a: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3">
            <a:alphaModFix/>
          </a:blip>
          <a:srcRect b="25009" l="6054" r="47689" t="0"/>
          <a:stretch/>
        </p:blipFill>
        <p:spPr>
          <a:xfrm>
            <a:off x="2144750" y="1290000"/>
            <a:ext cx="4088550" cy="2661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17"/>
          <p:cNvCxnSpPr/>
          <p:nvPr/>
        </p:nvCxnSpPr>
        <p:spPr>
          <a:xfrm flipH="1" rot="10800000">
            <a:off x="2513525" y="1680725"/>
            <a:ext cx="2503800" cy="1913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7"/>
          <p:cNvCxnSpPr/>
          <p:nvPr/>
        </p:nvCxnSpPr>
        <p:spPr>
          <a:xfrm>
            <a:off x="1271325" y="2738675"/>
            <a:ext cx="602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7"/>
          <p:cNvCxnSpPr/>
          <p:nvPr/>
        </p:nvCxnSpPr>
        <p:spPr>
          <a:xfrm>
            <a:off x="3655825" y="1059750"/>
            <a:ext cx="0" cy="369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7"/>
          <p:cNvSpPr txBox="1"/>
          <p:nvPr/>
        </p:nvSpPr>
        <p:spPr>
          <a:xfrm>
            <a:off x="5560800" y="2852250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x1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2908525" y="889025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x2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0" name="Google Shape;100;p17"/>
          <p:cNvCxnSpPr/>
          <p:nvPr/>
        </p:nvCxnSpPr>
        <p:spPr>
          <a:xfrm rot="10800000">
            <a:off x="2998550" y="1971975"/>
            <a:ext cx="621300" cy="7764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