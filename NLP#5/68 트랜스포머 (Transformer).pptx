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PT Sans Narrow"/>
      <p:regular r:id="rId9"/>
      <p:bold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PTSansNarrow-bold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TSansNarrow-regular.fntdata"/><Relationship Id="rId14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0b97c14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0b97c14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30b97c1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30b97c1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 b="0" l="0" r="0" t="5820"/>
          <a:stretch/>
        </p:blipFill>
        <p:spPr>
          <a:xfrm>
            <a:off x="585125" y="71975"/>
            <a:ext cx="4188500" cy="484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5"/>
          <p:cNvSpPr txBox="1"/>
          <p:nvPr>
            <p:ph type="title"/>
          </p:nvPr>
        </p:nvSpPr>
        <p:spPr>
          <a:xfrm>
            <a:off x="133150" y="71975"/>
            <a:ext cx="249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트랜스포머</a:t>
            </a:r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07284"/>
            <a:ext cx="4572000" cy="2890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