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T Sans Narrow"/>
      <p:regular r:id="rId11"/>
      <p:bold r:id="rId12"/>
    </p:embeddedFont>
    <p:embeddedFont>
      <p:font typeface="Open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TSansNarrow-regular.fntdata"/><Relationship Id="rId10" Type="http://schemas.openxmlformats.org/officeDocument/2006/relationships/slide" Target="slides/slide5.xml"/><Relationship Id="rId13" Type="http://schemas.openxmlformats.org/officeDocument/2006/relationships/font" Target="fonts/OpenSans-regular.fntdata"/><Relationship Id="rId12" Type="http://schemas.openxmlformats.org/officeDocument/2006/relationships/font" Target="fonts/PTSansNarrow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italic.fntdata"/><Relationship Id="rId14" Type="http://schemas.openxmlformats.org/officeDocument/2006/relationships/font" Target="fonts/OpenSans-bold.fntdata"/><Relationship Id="rId16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447ac64021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447ac6402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9038d0d1f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9038d0d1f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9038d0d1f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9038d0d1f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9038d0d1f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9038d0d1f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ata.seoul.go.kr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ata.seoul.go.kr/together/guide/useGuide.do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ata.seoul.go.kr/together/mypage/actkeyMng_ss.do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서울시 공공데이터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API 인증키 발급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서울시 열린 데이터 광장 사이트 </a:t>
            </a:r>
            <a:r>
              <a:rPr lang="ko">
                <a:solidFill>
                  <a:srgbClr val="FF0000"/>
                </a:solidFill>
              </a:rPr>
              <a:t>회원 가입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1139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https://data.seoul.go.kr</a:t>
            </a:r>
            <a:endParaRPr sz="2400">
              <a:solidFill>
                <a:srgbClr val="695D4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>
              <a:solidFill>
                <a:srgbClr val="695D4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8900" y="1666727"/>
            <a:ext cx="6145975" cy="290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Open API 인증키 신청하기 (일반 인증키)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1113925"/>
            <a:ext cx="44382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ko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http://data.seoul.go.kr/together/guide/useGuide.do</a:t>
            </a:r>
            <a:endParaRPr/>
          </a:p>
        </p:txBody>
      </p:sp>
      <p:pic>
        <p:nvPicPr>
          <p:cNvPr id="81" name="Google Shape;81;p15"/>
          <p:cNvPicPr preferRelativeResize="0"/>
          <p:nvPr/>
        </p:nvPicPr>
        <p:blipFill rotWithShape="1">
          <a:blip r:embed="rId4">
            <a:alphaModFix/>
          </a:blip>
          <a:srcRect b="56738" l="0" r="0" t="0"/>
          <a:stretch/>
        </p:blipFill>
        <p:spPr>
          <a:xfrm>
            <a:off x="3984250" y="946298"/>
            <a:ext cx="4419601" cy="1014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370297"/>
            <a:ext cx="8839200" cy="1049299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/>
          <p:nvPr/>
        </p:nvSpPr>
        <p:spPr>
          <a:xfrm>
            <a:off x="1934350" y="3555175"/>
            <a:ext cx="2885700" cy="824400"/>
          </a:xfrm>
          <a:prstGeom prst="wedgeRoundRectCallout">
            <a:avLst>
              <a:gd fmla="val -33767" name="adj1"/>
              <a:gd fmla="val -73866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보안프로그램 설치 진행됨..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4800"/>
            <a:ext cx="8839201" cy="716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97692"/>
            <a:ext cx="7306290" cy="3817208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0" name="Google Shape;90;p16"/>
          <p:cNvPicPr preferRelativeResize="0"/>
          <p:nvPr/>
        </p:nvPicPr>
        <p:blipFill rotWithShape="1">
          <a:blip r:embed="rId5">
            <a:alphaModFix/>
          </a:blip>
          <a:srcRect b="36604" l="0" r="46867" t="0"/>
          <a:stretch/>
        </p:blipFill>
        <p:spPr>
          <a:xfrm>
            <a:off x="6534150" y="4069825"/>
            <a:ext cx="1944675" cy="758875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1" name="Google Shape;91;p16"/>
          <p:cNvSpPr/>
          <p:nvPr/>
        </p:nvSpPr>
        <p:spPr>
          <a:xfrm>
            <a:off x="5369600" y="4215975"/>
            <a:ext cx="1002600" cy="46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6534150" y="2457750"/>
            <a:ext cx="1706100" cy="564000"/>
          </a:xfrm>
          <a:prstGeom prst="wedgeRoundRectCallout">
            <a:avLst>
              <a:gd fmla="val -77605" name="adj1"/>
              <a:gd fmla="val -41966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아무 url 이나 쓰세요..</a:t>
            </a:r>
            <a:endParaRPr sz="1100"/>
          </a:p>
        </p:txBody>
      </p:sp>
      <p:sp>
        <p:nvSpPr>
          <p:cNvPr id="93" name="Google Shape;93;p16"/>
          <p:cNvSpPr/>
          <p:nvPr/>
        </p:nvSpPr>
        <p:spPr>
          <a:xfrm>
            <a:off x="6534150" y="3263788"/>
            <a:ext cx="1706100" cy="564000"/>
          </a:xfrm>
          <a:prstGeom prst="wedgeRoundRectCallout">
            <a:avLst>
              <a:gd fmla="val -70320" name="adj1"/>
              <a:gd fmla="val 45508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아무 말 쓰세요..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‘지구 정복’ 도 좋구...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3688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내 인증키 확인하기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311700" y="1875925"/>
            <a:ext cx="8520600" cy="3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u="sng">
                <a:solidFill>
                  <a:schemeClr val="hlink"/>
                </a:solidFill>
                <a:hlinkClick r:id="rId3"/>
              </a:rPr>
              <a:t>http://data.seoul.go.kr/together/mypage/actkeyMng_ss.do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20425"/>
            <a:ext cx="8839202" cy="633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5475" y="993848"/>
            <a:ext cx="6462001" cy="95785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2" name="Google Shape;10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0600" y="3206149"/>
            <a:ext cx="7972574" cy="1638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