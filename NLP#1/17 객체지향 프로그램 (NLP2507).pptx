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25183b4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25183b4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04025" y="162625"/>
            <a:ext cx="327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절차지향, 명령중심 프로그래밍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4993" y="2426375"/>
            <a:ext cx="1035257" cy="228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9050" y="2750488"/>
            <a:ext cx="2352675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3688" y="449913"/>
            <a:ext cx="2047875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/>
          <p:nvPr/>
        </p:nvSpPr>
        <p:spPr>
          <a:xfrm>
            <a:off x="700075" y="940125"/>
            <a:ext cx="2881800" cy="1764000"/>
          </a:xfrm>
          <a:prstGeom prst="wedgeRoundRectCallout">
            <a:avLst>
              <a:gd fmla="val 66665" name="adj1"/>
              <a:gd fmla="val 8416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</a:rPr>
              <a:t>"스폰지밥은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>
                <a:solidFill>
                  <a:srgbClr val="000000"/>
                </a:solidFill>
              </a:rPr>
              <a:t>주차장의 차를 탑승하여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>
                <a:solidFill>
                  <a:srgbClr val="000000"/>
                </a:solidFill>
              </a:rPr>
              <a:t>비키니 시티 고둥길 124 번지에 차를 세우고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>
                <a:solidFill>
                  <a:srgbClr val="000000"/>
                </a:solidFill>
              </a:rPr>
              <a:t>차 문을 닫고 내리세요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>
                <a:solidFill>
                  <a:srgbClr val="000000"/>
                </a:solidFill>
              </a:rPr>
              <a:t>현관문의 초인종 누르기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>
                <a:solidFill>
                  <a:srgbClr val="000000"/>
                </a:solidFill>
              </a:rPr>
              <a:t>핑핑이가 물어보면 답을 하고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</a:rPr>
              <a:t>문을 열고 들어가세요"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6015250" y="562825"/>
            <a:ext cx="2881800" cy="1764000"/>
          </a:xfrm>
          <a:prstGeom prst="wedgeRoundRectCallout">
            <a:avLst>
              <a:gd fmla="val -59948" name="adj1"/>
              <a:gd fmla="val 9945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</a:rPr>
              <a:t>"징징이는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</a:rPr>
              <a:t>버스타고 비키니 시티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</a:rPr>
              <a:t>고둥길 122 번지 모아이 석상 집앞에 하차하고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</a:rPr>
              <a:t>현관앞 매트 밑의 열쇄를 꺼내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</a:rPr>
              <a:t>문을 열고 들어가세요"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5400" y="2766325"/>
            <a:ext cx="2352675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4993" y="2426375"/>
            <a:ext cx="1035257" cy="228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0350" y="69025"/>
            <a:ext cx="2047875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/>
          <p:nvPr/>
        </p:nvSpPr>
        <p:spPr>
          <a:xfrm rot="-1799677">
            <a:off x="2730340" y="1833718"/>
            <a:ext cx="1545252" cy="1023891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퇴근하세요</a:t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 rot="1414918">
            <a:off x="5336986" y="1869818"/>
            <a:ext cx="1619005" cy="104521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퇴근하세요</a:t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504025" y="162625"/>
            <a:ext cx="327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객체지향 프로그래밍</a:t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293275" y="628625"/>
            <a:ext cx="2182800" cy="887400"/>
          </a:xfrm>
          <a:prstGeom prst="wedgeRoundRectCallout">
            <a:avLst>
              <a:gd fmla="val -8708" name="adj1"/>
              <a:gd fmla="val -62649" name="adj2"/>
              <a:gd fmla="val 0" name="adj3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장점: 유지, 보수, 코드재활용에 유리</a:t>
            </a:r>
            <a:endParaRPr/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5400" y="2722775"/>
            <a:ext cx="2352675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4993" y="2382825"/>
            <a:ext cx="1035257" cy="228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0350" y="25475"/>
            <a:ext cx="2047875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