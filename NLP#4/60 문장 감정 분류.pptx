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DC0E89-A49F-4A01-97A5-F241E3D7BDE1}">
  <a:tblStyle styleId="{A5DC0E89-A49F-4A01-97A5-F241E3D7BD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/>
        </p:nvGraphicFramePr>
        <p:xfrm>
          <a:off x="296487" y="28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{A5DC0E89-A49F-4A01-97A5-F241E3D7BDE1}</a:tableStyleId>
              </a:tblPr>
              <a:tblGrid>
                <a:gridCol w="431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가족</a:t>
                      </a:r>
                      <a:endParaRPr sz="1000"/>
                    </a:p>
                  </a:txBody>
                  <a:tcPr marT="0" marB="0" marR="0" marL="0" anchor="ctr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여행</a:t>
                      </a:r>
                      <a:endParaRPr sz="1000"/>
                    </a:p>
                  </a:txBody>
                  <a:tcPr marT="0" marB="0" marR="0" marL="0" anchor="ctr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어디로</a:t>
                      </a:r>
                      <a:endParaRPr sz="1000"/>
                    </a:p>
                  </a:txBody>
                  <a:tcPr marT="0" marB="0" marR="0" marL="0" anchor="ctr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가지</a:t>
                      </a:r>
                      <a:endParaRPr sz="1000"/>
                    </a:p>
                  </a:txBody>
                  <a:tcPr marT="0" marB="0" marR="0" marL="0" anchor="ctr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…</a:t>
                      </a:r>
                      <a:endParaRPr sz="1000"/>
                    </a:p>
                  </a:txBody>
                  <a:tcPr marT="0" marB="0" marR="0" marL="0" anchor="ctr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…</a:t>
                      </a:r>
                      <a:endParaRPr sz="1000"/>
                    </a:p>
                  </a:txBody>
                  <a:tcPr marT="0" marB="0" marR="0" marL="0" anchor="ctr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 anchor="ctr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 anchor="ctr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 anchor="ctr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 anchor="ctr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0" marB="0" marR="0" marL="0"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55" name="Google Shape;55;p13"/>
          <p:cNvGraphicFramePr/>
          <p:nvPr/>
        </p:nvGraphicFramePr>
        <p:xfrm>
          <a:off x="1114432" y="28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{A5DC0E89-A49F-4A01-97A5-F241E3D7BDE1}</a:tableStyleId>
              </a:tblPr>
              <a:tblGrid>
                <a:gridCol w="431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1132</a:t>
                      </a:r>
                      <a:endParaRPr sz="1000"/>
                    </a:p>
                  </a:txBody>
                  <a:tcPr marT="0" marB="0" marR="0" marL="0" anchor="ctr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176</a:t>
                      </a:r>
                      <a:endParaRPr sz="1000"/>
                    </a:p>
                  </a:txBody>
                  <a:tcPr marT="0" marB="0" marR="0" marL="0" anchor="ctr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945</a:t>
                      </a:r>
                      <a:endParaRPr sz="1000"/>
                    </a:p>
                  </a:txBody>
                  <a:tcPr marT="0" marB="0" marR="0" marL="0" anchor="ctr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1832</a:t>
                      </a:r>
                      <a:endParaRPr sz="1000"/>
                    </a:p>
                  </a:txBody>
                  <a:tcPr marT="0" marB="0" marR="0" marL="0" anchor="ctr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0</a:t>
                      </a:r>
                      <a:endParaRPr sz="1000"/>
                    </a:p>
                  </a:txBody>
                  <a:tcPr marT="0" marB="0" marR="0" marL="0" anchor="ctr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0</a:t>
                      </a:r>
                      <a:endParaRPr sz="1000"/>
                    </a:p>
                  </a:txBody>
                  <a:tcPr marT="0" marB="0" marR="0" marL="0" anchor="ctr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0</a:t>
                      </a:r>
                      <a:endParaRPr sz="1000"/>
                    </a:p>
                  </a:txBody>
                  <a:tcPr marT="0" marB="0" marR="0" marL="0" anchor="ctr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..</a:t>
                      </a:r>
                      <a:endParaRPr sz="1000"/>
                    </a:p>
                  </a:txBody>
                  <a:tcPr marT="0" marB="0" marR="0" marL="0" anchor="ctr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..</a:t>
                      </a:r>
                      <a:endParaRPr sz="1000"/>
                    </a:p>
                  </a:txBody>
                  <a:tcPr marT="0" marB="0" marR="0" marL="0" anchor="ctr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0</a:t>
                      </a:r>
                      <a:endParaRPr sz="1000"/>
                    </a:p>
                  </a:txBody>
                  <a:tcPr marT="0" marB="0" marR="0" marL="0" anchor="ctr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0</a:t>
                      </a:r>
                      <a:endParaRPr sz="1000"/>
                    </a:p>
                  </a:txBody>
                  <a:tcPr marT="0" marB="0" marR="0" marL="0" anchor="ctr">
                    <a:noFill/>
                  </a:tcPr>
                </a:tc>
              </a:tr>
            </a:tbl>
          </a:graphicData>
        </a:graphic>
      </p:graphicFrame>
      <p:cxnSp>
        <p:nvCxnSpPr>
          <p:cNvPr id="56" name="Google Shape;56;p13"/>
          <p:cNvCxnSpPr/>
          <p:nvPr/>
        </p:nvCxnSpPr>
        <p:spPr>
          <a:xfrm>
            <a:off x="722562" y="486775"/>
            <a:ext cx="351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" name="Google Shape;57;p13"/>
          <p:cNvCxnSpPr/>
          <p:nvPr/>
        </p:nvCxnSpPr>
        <p:spPr>
          <a:xfrm>
            <a:off x="722562" y="829307"/>
            <a:ext cx="351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" name="Google Shape;58;p13"/>
          <p:cNvCxnSpPr/>
          <p:nvPr/>
        </p:nvCxnSpPr>
        <p:spPr>
          <a:xfrm>
            <a:off x="722562" y="1276175"/>
            <a:ext cx="351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" name="Google Shape;59;p13"/>
          <p:cNvCxnSpPr/>
          <p:nvPr/>
        </p:nvCxnSpPr>
        <p:spPr>
          <a:xfrm>
            <a:off x="722562" y="1618707"/>
            <a:ext cx="351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" name="Google Shape;60;p13"/>
          <p:cNvCxnSpPr/>
          <p:nvPr/>
        </p:nvCxnSpPr>
        <p:spPr>
          <a:xfrm>
            <a:off x="745375" y="3169613"/>
            <a:ext cx="351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" name="Google Shape;61;p13"/>
          <p:cNvCxnSpPr/>
          <p:nvPr/>
        </p:nvCxnSpPr>
        <p:spPr>
          <a:xfrm>
            <a:off x="745375" y="3512145"/>
            <a:ext cx="351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" name="Google Shape;62;p13"/>
          <p:cNvCxnSpPr/>
          <p:nvPr/>
        </p:nvCxnSpPr>
        <p:spPr>
          <a:xfrm>
            <a:off x="745375" y="3959013"/>
            <a:ext cx="351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" name="Google Shape;63;p13"/>
          <p:cNvCxnSpPr/>
          <p:nvPr/>
        </p:nvCxnSpPr>
        <p:spPr>
          <a:xfrm>
            <a:off x="745375" y="4301545"/>
            <a:ext cx="351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" name="Google Shape;64;p13"/>
          <p:cNvSpPr/>
          <p:nvPr/>
        </p:nvSpPr>
        <p:spPr>
          <a:xfrm>
            <a:off x="2025075" y="285750"/>
            <a:ext cx="1045800" cy="4191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/>
          <p:nvPr/>
        </p:nvSpPr>
        <p:spPr>
          <a:xfrm>
            <a:off x="2090025" y="363475"/>
            <a:ext cx="285300" cy="2466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2090025" y="706000"/>
            <a:ext cx="285300" cy="2466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3"/>
          <p:cNvSpPr/>
          <p:nvPr/>
        </p:nvSpPr>
        <p:spPr>
          <a:xfrm>
            <a:off x="2090025" y="1162375"/>
            <a:ext cx="285300" cy="2466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3"/>
          <p:cNvSpPr/>
          <p:nvPr/>
        </p:nvSpPr>
        <p:spPr>
          <a:xfrm>
            <a:off x="2090025" y="1504900"/>
            <a:ext cx="285300" cy="2466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3"/>
          <p:cNvSpPr/>
          <p:nvPr/>
        </p:nvSpPr>
        <p:spPr>
          <a:xfrm>
            <a:off x="2047900" y="4178250"/>
            <a:ext cx="285300" cy="2466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3"/>
          <p:cNvSpPr/>
          <p:nvPr/>
        </p:nvSpPr>
        <p:spPr>
          <a:xfrm>
            <a:off x="2047900" y="3855000"/>
            <a:ext cx="285300" cy="2466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3"/>
          <p:cNvSpPr txBox="1"/>
          <p:nvPr/>
        </p:nvSpPr>
        <p:spPr>
          <a:xfrm rot="5400000">
            <a:off x="1894275" y="2379575"/>
            <a:ext cx="6768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595959"/>
                </a:solidFill>
              </a:rPr>
              <a:t>…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2109375" y="0"/>
            <a:ext cx="961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595959"/>
                </a:solidFill>
              </a:rPr>
              <a:t>Embedding</a:t>
            </a:r>
            <a:endParaRPr sz="900">
              <a:solidFill>
                <a:srgbClr val="595959"/>
              </a:solidFill>
            </a:endParaRPr>
          </a:p>
        </p:txBody>
      </p:sp>
      <p:sp>
        <p:nvSpPr>
          <p:cNvPr id="73" name="Google Shape;73;p13"/>
          <p:cNvSpPr/>
          <p:nvPr/>
        </p:nvSpPr>
        <p:spPr>
          <a:xfrm>
            <a:off x="2727300" y="924688"/>
            <a:ext cx="285300" cy="2466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3"/>
          <p:cNvSpPr/>
          <p:nvPr/>
        </p:nvSpPr>
        <p:spPr>
          <a:xfrm>
            <a:off x="2727300" y="1267213"/>
            <a:ext cx="285300" cy="2466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3"/>
          <p:cNvSpPr/>
          <p:nvPr/>
        </p:nvSpPr>
        <p:spPr>
          <a:xfrm>
            <a:off x="2727300" y="1723588"/>
            <a:ext cx="285300" cy="2466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3"/>
          <p:cNvSpPr/>
          <p:nvPr/>
        </p:nvSpPr>
        <p:spPr>
          <a:xfrm>
            <a:off x="2727300" y="3612275"/>
            <a:ext cx="285300" cy="2466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3"/>
          <p:cNvSpPr/>
          <p:nvPr/>
        </p:nvSpPr>
        <p:spPr>
          <a:xfrm>
            <a:off x="2727300" y="3232000"/>
            <a:ext cx="285300" cy="2466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3"/>
          <p:cNvSpPr txBox="1"/>
          <p:nvPr/>
        </p:nvSpPr>
        <p:spPr>
          <a:xfrm rot="5400000">
            <a:off x="2484013" y="2439750"/>
            <a:ext cx="6768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595959"/>
                </a:solidFill>
              </a:rPr>
              <a:t>…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79" name="Google Shape;79;p13"/>
          <p:cNvSpPr/>
          <p:nvPr/>
        </p:nvSpPr>
        <p:spPr>
          <a:xfrm>
            <a:off x="3879025" y="765025"/>
            <a:ext cx="702600" cy="922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Conv1d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kernel size = 3</a:t>
            </a:r>
            <a:endParaRPr sz="1100"/>
          </a:p>
        </p:txBody>
      </p:sp>
      <p:sp>
        <p:nvSpPr>
          <p:cNvPr id="80" name="Google Shape;80;p13"/>
          <p:cNvSpPr/>
          <p:nvPr/>
        </p:nvSpPr>
        <p:spPr>
          <a:xfrm>
            <a:off x="4801525" y="751050"/>
            <a:ext cx="750900" cy="92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MaxPool1d</a:t>
            </a:r>
            <a:endParaRPr sz="1100"/>
          </a:p>
        </p:txBody>
      </p:sp>
      <p:cxnSp>
        <p:nvCxnSpPr>
          <p:cNvPr id="81" name="Google Shape;81;p13"/>
          <p:cNvCxnSpPr>
            <a:stCxn id="79" idx="3"/>
            <a:endCxn id="80" idx="1"/>
          </p:cNvCxnSpPr>
          <p:nvPr/>
        </p:nvCxnSpPr>
        <p:spPr>
          <a:xfrm flipH="1" rot="10800000">
            <a:off x="4581625" y="1212025"/>
            <a:ext cx="219900" cy="14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" name="Google Shape;82;p13"/>
          <p:cNvSpPr/>
          <p:nvPr/>
        </p:nvSpPr>
        <p:spPr>
          <a:xfrm>
            <a:off x="3879025" y="1920150"/>
            <a:ext cx="702600" cy="922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Conv1d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kernel size = 4</a:t>
            </a:r>
            <a:endParaRPr sz="1100"/>
          </a:p>
        </p:txBody>
      </p:sp>
      <p:sp>
        <p:nvSpPr>
          <p:cNvPr id="83" name="Google Shape;83;p13"/>
          <p:cNvSpPr/>
          <p:nvPr/>
        </p:nvSpPr>
        <p:spPr>
          <a:xfrm>
            <a:off x="4801525" y="1906175"/>
            <a:ext cx="750900" cy="92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MaxPool1d</a:t>
            </a:r>
            <a:endParaRPr sz="1100"/>
          </a:p>
        </p:txBody>
      </p:sp>
      <p:cxnSp>
        <p:nvCxnSpPr>
          <p:cNvPr id="84" name="Google Shape;84;p13"/>
          <p:cNvCxnSpPr>
            <a:stCxn id="82" idx="3"/>
            <a:endCxn id="83" idx="1"/>
          </p:cNvCxnSpPr>
          <p:nvPr/>
        </p:nvCxnSpPr>
        <p:spPr>
          <a:xfrm flipH="1" rot="10800000">
            <a:off x="4581625" y="2367150"/>
            <a:ext cx="219900" cy="14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" name="Google Shape;85;p13"/>
          <p:cNvSpPr/>
          <p:nvPr/>
        </p:nvSpPr>
        <p:spPr>
          <a:xfrm>
            <a:off x="3879025" y="3089250"/>
            <a:ext cx="702600" cy="922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Conv1d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kernel size = 5</a:t>
            </a:r>
            <a:endParaRPr sz="1100"/>
          </a:p>
        </p:txBody>
      </p:sp>
      <p:sp>
        <p:nvSpPr>
          <p:cNvPr id="86" name="Google Shape;86;p13"/>
          <p:cNvSpPr/>
          <p:nvPr/>
        </p:nvSpPr>
        <p:spPr>
          <a:xfrm>
            <a:off x="4801525" y="3075275"/>
            <a:ext cx="750900" cy="922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MaxPool1d</a:t>
            </a:r>
            <a:endParaRPr sz="1100"/>
          </a:p>
        </p:txBody>
      </p:sp>
      <p:cxnSp>
        <p:nvCxnSpPr>
          <p:cNvPr id="87" name="Google Shape;87;p13"/>
          <p:cNvCxnSpPr>
            <a:stCxn id="85" idx="3"/>
            <a:endCxn id="86" idx="1"/>
          </p:cNvCxnSpPr>
          <p:nvPr/>
        </p:nvCxnSpPr>
        <p:spPr>
          <a:xfrm flipH="1" rot="10800000">
            <a:off x="4581625" y="3536250"/>
            <a:ext cx="219900" cy="14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" name="Google Shape;88;p13"/>
          <p:cNvCxnSpPr/>
          <p:nvPr/>
        </p:nvCxnSpPr>
        <p:spPr>
          <a:xfrm flipH="1" rot="10800000">
            <a:off x="3070875" y="1226250"/>
            <a:ext cx="808200" cy="11550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" name="Google Shape;89;p13"/>
          <p:cNvCxnSpPr/>
          <p:nvPr/>
        </p:nvCxnSpPr>
        <p:spPr>
          <a:xfrm>
            <a:off x="3070875" y="2381250"/>
            <a:ext cx="808200" cy="6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" name="Google Shape;90;p13"/>
          <p:cNvCxnSpPr/>
          <p:nvPr/>
        </p:nvCxnSpPr>
        <p:spPr>
          <a:xfrm>
            <a:off x="3070875" y="2381250"/>
            <a:ext cx="808200" cy="11691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" name="Google Shape;91;p13"/>
          <p:cNvSpPr/>
          <p:nvPr/>
        </p:nvSpPr>
        <p:spPr>
          <a:xfrm>
            <a:off x="5875500" y="1431675"/>
            <a:ext cx="504000" cy="63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92" name="Google Shape;92;p13"/>
          <p:cNvSpPr/>
          <p:nvPr/>
        </p:nvSpPr>
        <p:spPr>
          <a:xfrm>
            <a:off x="5875500" y="2042798"/>
            <a:ext cx="504000" cy="63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93" name="Google Shape;93;p13"/>
          <p:cNvSpPr/>
          <p:nvPr/>
        </p:nvSpPr>
        <p:spPr>
          <a:xfrm>
            <a:off x="5875500" y="2675502"/>
            <a:ext cx="504000" cy="63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cxnSp>
        <p:nvCxnSpPr>
          <p:cNvPr id="94" name="Google Shape;94;p13"/>
          <p:cNvCxnSpPr>
            <a:stCxn id="80" idx="3"/>
            <a:endCxn id="91" idx="1"/>
          </p:cNvCxnSpPr>
          <p:nvPr/>
        </p:nvCxnSpPr>
        <p:spPr>
          <a:xfrm>
            <a:off x="5552425" y="1212150"/>
            <a:ext cx="323100" cy="5358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3"/>
          <p:cNvCxnSpPr>
            <a:endCxn id="92" idx="1"/>
          </p:cNvCxnSpPr>
          <p:nvPr/>
        </p:nvCxnSpPr>
        <p:spPr>
          <a:xfrm flipH="1" rot="10800000">
            <a:off x="5552400" y="2359148"/>
            <a:ext cx="323100" cy="8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" name="Google Shape;96;p13"/>
          <p:cNvCxnSpPr>
            <a:stCxn id="86" idx="3"/>
            <a:endCxn id="93" idx="1"/>
          </p:cNvCxnSpPr>
          <p:nvPr/>
        </p:nvCxnSpPr>
        <p:spPr>
          <a:xfrm flipH="1" rot="10800000">
            <a:off x="5552425" y="2991875"/>
            <a:ext cx="323100" cy="5445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" name="Google Shape;97;p13"/>
          <p:cNvSpPr txBox="1"/>
          <p:nvPr/>
        </p:nvSpPr>
        <p:spPr>
          <a:xfrm>
            <a:off x="5911650" y="1102825"/>
            <a:ext cx="4317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595959"/>
                </a:solidFill>
              </a:rPr>
              <a:t>cat()</a:t>
            </a:r>
            <a:endParaRPr sz="900">
              <a:solidFill>
                <a:srgbClr val="595959"/>
              </a:solidFill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6626425" y="733328"/>
            <a:ext cx="431700" cy="323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cxnSp>
        <p:nvCxnSpPr>
          <p:cNvPr id="99" name="Google Shape;99;p13"/>
          <p:cNvCxnSpPr>
            <a:endCxn id="98" idx="1"/>
          </p:cNvCxnSpPr>
          <p:nvPr/>
        </p:nvCxnSpPr>
        <p:spPr>
          <a:xfrm flipH="1" rot="10800000">
            <a:off x="6379525" y="2352728"/>
            <a:ext cx="246900" cy="6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" name="Google Shape;100;p13"/>
          <p:cNvCxnSpPr>
            <a:stCxn id="98" idx="3"/>
            <a:endCxn id="101" idx="1"/>
          </p:cNvCxnSpPr>
          <p:nvPr/>
        </p:nvCxnSpPr>
        <p:spPr>
          <a:xfrm>
            <a:off x="7058125" y="2352728"/>
            <a:ext cx="418500" cy="600"/>
          </a:xfrm>
          <a:prstGeom prst="bentConnector3">
            <a:avLst>
              <a:gd fmla="val 49994" name="adj1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" name="Google Shape;101;p13"/>
          <p:cNvSpPr/>
          <p:nvPr/>
        </p:nvSpPr>
        <p:spPr>
          <a:xfrm>
            <a:off x="7476575" y="1377578"/>
            <a:ext cx="504000" cy="19503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</a:t>
            </a:r>
            <a:endParaRPr/>
          </a:p>
        </p:txBody>
      </p:sp>
      <p:cxnSp>
        <p:nvCxnSpPr>
          <p:cNvPr id="102" name="Google Shape;102;p13"/>
          <p:cNvCxnSpPr/>
          <p:nvPr/>
        </p:nvCxnSpPr>
        <p:spPr>
          <a:xfrm>
            <a:off x="8028161" y="2352869"/>
            <a:ext cx="418500" cy="600"/>
          </a:xfrm>
          <a:prstGeom prst="bentConnector3">
            <a:avLst>
              <a:gd fmla="val 49994" name="adj1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